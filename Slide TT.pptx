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9415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53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B5B657-C854-57C9-378A-D8582E395D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Calibri</vt:lpstr>
      <vt:lpstr>Theme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cp:lastModifiedBy>Đặng Duy</cp:lastModifiedBy>
  <cp:revision>2</cp:revision>
  <dcterms:modified xsi:type="dcterms:W3CDTF">2026-01-03T16:58:43Z</dcterms:modified>
</cp:coreProperties>
</file>